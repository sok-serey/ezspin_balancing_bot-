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578E7-B3D6-E2A1-E642-163CFD2DD2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D6C1DB-4621-FC12-A1AE-12311C6F3B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646DB7-9607-4420-AF83-A985D9175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AC16-A144-41D7-8B01-FC21FC58B140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D953A-970A-AC2D-4DA7-5E32E8DE5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0FAC6B-7F17-BE69-84F3-90034AFFD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14240-2AC6-4EBE-B80B-ED6424202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2883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7924A-DC05-97EC-89FB-E88C0EFBB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6B6A01-9DEC-F4FB-BB92-CFEE787219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28A4E3-86B1-2621-B129-3582BEDC4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AC16-A144-41D7-8B01-FC21FC58B140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E4A445-3977-F530-AB3E-A23517F5A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BD486E-87A6-A6F8-B40C-960F8D3A9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14240-2AC6-4EBE-B80B-ED6424202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76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72C9-1CAD-1A70-F647-486989FBA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3C773-5193-D503-EFCE-E91C569073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464B4-3E46-A379-4F88-DB6B5256A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AC16-A144-41D7-8B01-FC21FC58B140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C0CE42-21E9-1432-2F98-3A0C11FD5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FFC4E1-6880-6380-E30F-3315D332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14240-2AC6-4EBE-B80B-ED6424202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028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F497-A770-7699-F03E-8DE1C8ABE8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92A96-BBC9-AC7D-D519-00408F607B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0DF426-5872-050A-F0DB-C759D2D078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67DAED-26D1-D1C7-C9BE-5917D244C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AC16-A144-41D7-8B01-FC21FC58B140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DFAC56-F6A6-055B-F976-444631227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D1704-1DA0-EEE2-F28B-3079CCB238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14240-2AC6-4EBE-B80B-ED6424202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838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2F1E7-E954-143F-EC87-72B6A5B56C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784D4-E058-A191-E333-261D1B9F4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965664-F899-C300-13A4-6CCE6B2791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38EBFC-08A7-83C2-C606-1ED226AAA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79AB09-C2D6-EA1C-F8E7-D2671E1D24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FC51F6-453C-5C2A-5A17-CA817D556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AC16-A144-41D7-8B01-FC21FC58B140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496C50-96AD-EAE5-A399-C841BBF56F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E9B7D6-2991-225B-D3E7-CF944B3EA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14240-2AC6-4EBE-B80B-ED6424202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04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2523A-6ED7-F38F-19C7-858C99095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F0B255-DA4B-3338-8616-E33560967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AC16-A144-41D7-8B01-FC21FC58B140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DF9A3-44C6-8AA0-2B08-426AC3588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7440DD-5A3D-5BEE-31E0-618A2F951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14240-2AC6-4EBE-B80B-ED6424202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906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112FAA-8FE0-B8C0-70AD-A580B59BE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AC16-A144-41D7-8B01-FC21FC58B140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C8418A-2E37-7B76-8F29-C53A1908F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0F0ED-F3BE-807E-AE03-4C50F18EA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14240-2AC6-4EBE-B80B-ED6424202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2695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4D939-E5E8-6F0B-BEFE-B9A0DCC71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87470-CB0F-0FC7-707C-7A8E2E0CF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3239DC-9AEC-1F6B-67A0-B60F60E479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223A04-5AE6-478F-DB65-BB45DA1ED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AC16-A144-41D7-8B01-FC21FC58B140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C800D5-4CB5-6C71-1071-CAE19E71A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D6911-8DB2-A5DD-5C5A-83C8D77CB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14240-2AC6-4EBE-B80B-ED6424202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8780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2A0D4-DE01-4774-8FA2-DA54836FF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3CDEA5-1438-7010-6666-656D2C78E1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1DE966-944C-1486-2DD5-2AB1C4ABEE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A18DBA-99AF-3E72-77DC-F717D9975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AC16-A144-41D7-8B01-FC21FC58B140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44F3C6-B52E-651C-9B78-943716D6C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AE518-E3AD-3F34-8051-A69A74B06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14240-2AC6-4EBE-B80B-ED6424202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919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1AD80-FA90-FE7C-C55C-68525F07B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84C5-839B-1821-6A42-39FB99F1FC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07D2F-46D0-65A1-A6B0-80D996F9C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AC16-A144-41D7-8B01-FC21FC58B140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76C514-36B2-775F-9BED-0408C6A64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44D13-540D-543C-A0F4-FD35F29B0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14240-2AC6-4EBE-B80B-ED6424202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9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090712-111B-CE9C-11FB-08197406D7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AED3CB-D302-3216-CFA8-15FEBA178A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D08EE-4783-81B7-1E95-12A1F076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CAC16-A144-41D7-8B01-FC21FC58B140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A7E6B-BE9C-17A2-BB39-7F8E5F010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8775D8-D076-6AA3-6A5E-A338FCBAA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14240-2AC6-4EBE-B80B-ED6424202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237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0A3EAD-CF68-EA32-F915-22B5FD6E2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D319F2-8831-C296-570D-ED39FD2BB4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592586-6AB2-6303-3953-24181EC11F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2CAC16-A144-41D7-8B01-FC21FC58B140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78565-AD6A-A11B-6A7E-B920B293C3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A0629-0A9F-CBA7-F607-E201C0BDCA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B14240-2AC6-4EBE-B80B-ED64242024E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781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" name="Group 168">
            <a:extLst>
              <a:ext uri="{FF2B5EF4-FFF2-40B4-BE49-F238E27FC236}">
                <a16:creationId xmlns:a16="http://schemas.microsoft.com/office/drawing/2014/main" id="{54DFD1D8-9525-F85B-3216-DF1BC79221AC}"/>
              </a:ext>
            </a:extLst>
          </p:cNvPr>
          <p:cNvGrpSpPr/>
          <p:nvPr/>
        </p:nvGrpSpPr>
        <p:grpSpPr>
          <a:xfrm>
            <a:off x="748501" y="1543436"/>
            <a:ext cx="6239730" cy="2870554"/>
            <a:chOff x="2593645" y="1835426"/>
            <a:chExt cx="6239730" cy="2870554"/>
          </a:xfrm>
        </p:grpSpPr>
        <p:pic>
          <p:nvPicPr>
            <p:cNvPr id="37" name="Picture 36" descr="Cartoon style iPOWER MOTOR GM4108">
              <a:extLst>
                <a:ext uri="{FF2B5EF4-FFF2-40B4-BE49-F238E27FC236}">
                  <a16:creationId xmlns:a16="http://schemas.microsoft.com/office/drawing/2014/main" id="{0B159502-3A79-4CCB-71DE-05E4722DE5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193" t="22118" r="17573" b="22433"/>
            <a:stretch>
              <a:fillRect/>
            </a:stretch>
          </p:blipFill>
          <p:spPr>
            <a:xfrm>
              <a:off x="7449806" y="2772385"/>
              <a:ext cx="1383569" cy="1033440"/>
            </a:xfrm>
            <a:prstGeom prst="rect">
              <a:avLst/>
            </a:prstGeom>
          </p:spPr>
        </p:pic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E9492C92-A4EF-9D8B-A0E1-0684FA9425B7}"/>
                </a:ext>
              </a:extLst>
            </p:cNvPr>
            <p:cNvGrpSpPr/>
            <p:nvPr/>
          </p:nvGrpSpPr>
          <p:grpSpPr>
            <a:xfrm>
              <a:off x="2593645" y="1835426"/>
              <a:ext cx="5679072" cy="2870554"/>
              <a:chOff x="2593645" y="1835426"/>
              <a:chExt cx="5679072" cy="2870554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2D91E8E8-9D63-52E2-ED79-3F4EE043CE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45" t="18551" r="8840" b="22512"/>
              <a:stretch>
                <a:fillRect/>
              </a:stretch>
            </p:blipFill>
            <p:spPr>
              <a:xfrm>
                <a:off x="4412972" y="1835426"/>
                <a:ext cx="2630557" cy="2870554"/>
              </a:xfrm>
              <a:prstGeom prst="rect">
                <a:avLst/>
              </a:prstGeom>
            </p:spPr>
          </p:pic>
          <p:pic>
            <p:nvPicPr>
              <p:cNvPr id="20" name="Picture 19" descr="Cartoon style iPOWER MOTOR GM4108">
                <a:extLst>
                  <a:ext uri="{FF2B5EF4-FFF2-40B4-BE49-F238E27FC236}">
                    <a16:creationId xmlns:a16="http://schemas.microsoft.com/office/drawing/2014/main" id="{C0EB7233-D506-2F45-D412-A18B27DB9F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8193" t="22118" r="17573" b="22433"/>
              <a:stretch>
                <a:fillRect/>
              </a:stretch>
            </p:blipFill>
            <p:spPr>
              <a:xfrm>
                <a:off x="2593645" y="2776099"/>
                <a:ext cx="1383569" cy="1033440"/>
              </a:xfrm>
              <a:prstGeom prst="rect">
                <a:avLst/>
              </a:prstGeom>
            </p:spPr>
          </p:pic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2282577-056C-BA15-B367-BF5C46D931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22394" y="3836305"/>
                <a:ext cx="1109640" cy="0"/>
              </a:xfrm>
              <a:prstGeom prst="line">
                <a:avLst/>
              </a:prstGeom>
              <a:ln w="38100">
                <a:solidFill>
                  <a:srgbClr val="FFC000"/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A4EB0FC-290C-3EB8-9817-67F6FEE42A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85429" y="4002554"/>
                <a:ext cx="1246605" cy="0"/>
              </a:xfrm>
              <a:prstGeom prst="line">
                <a:avLst/>
              </a:prstGeom>
              <a:ln w="38100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5B02C56-706B-9E6F-2BE6-A2305C7A92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54680" y="4206111"/>
                <a:ext cx="1361221" cy="0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C73A3ABC-C3A6-E082-5302-E9294DF4A2E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58490" y="3749985"/>
                <a:ext cx="0" cy="476575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83055C56-903C-596B-D56B-47063572E6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223" y="3265612"/>
                <a:ext cx="546417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9C1BB0A6-8584-47CF-68A6-07BD8EC10B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223" y="3139440"/>
                <a:ext cx="546417" cy="0"/>
              </a:xfrm>
              <a:prstGeom prst="line">
                <a:avLst/>
              </a:prstGeom>
              <a:ln w="127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982CA4AB-3F5A-EA22-3DDC-4AC8A8919D04}"/>
                  </a:ext>
                </a:extLst>
              </p:cNvPr>
              <p:cNvSpPr/>
              <p:nvPr/>
            </p:nvSpPr>
            <p:spPr>
              <a:xfrm>
                <a:off x="4864219" y="3130468"/>
                <a:ext cx="160337" cy="54336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9A92E5F6-CA1A-7AA1-1E84-09E9F5654912}"/>
                  </a:ext>
                </a:extLst>
              </p:cNvPr>
              <p:cNvSpPr/>
              <p:nvPr/>
            </p:nvSpPr>
            <p:spPr>
              <a:xfrm>
                <a:off x="6411070" y="3130467"/>
                <a:ext cx="160337" cy="54336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8C192A9E-D206-63AC-BA7F-952F1BC3B1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223" y="3372659"/>
                <a:ext cx="546417" cy="0"/>
              </a:xfrm>
              <a:prstGeom prst="line">
                <a:avLst/>
              </a:prstGeom>
              <a:ln w="1270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B77308B7-7699-861D-2E34-56D831C73E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223" y="3482898"/>
                <a:ext cx="546417" cy="0"/>
              </a:xfrm>
              <a:prstGeom prst="line">
                <a:avLst/>
              </a:prstGeom>
              <a:ln w="1270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50A36005-D491-56E4-CFF7-BAA800FB5E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9223" y="3604154"/>
                <a:ext cx="546417" cy="0"/>
              </a:xfrm>
              <a:prstGeom prst="line">
                <a:avLst/>
              </a:prstGeom>
              <a:ln w="127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D762EFA0-97F8-F52A-C100-4787FFDF66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46583" y="3604154"/>
                <a:ext cx="546417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84AB28BB-1527-44B6-9C4F-612C57C417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46582" y="3263630"/>
                <a:ext cx="546417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49BDA43A-7DC8-70ED-628F-94E3AB1E45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46582" y="3137458"/>
                <a:ext cx="546417" cy="0"/>
              </a:xfrm>
              <a:prstGeom prst="line">
                <a:avLst/>
              </a:prstGeom>
              <a:ln w="127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C3F54053-409D-5C7A-24FA-D22540D446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46582" y="3370677"/>
                <a:ext cx="546417" cy="0"/>
              </a:xfrm>
              <a:prstGeom prst="line">
                <a:avLst/>
              </a:prstGeom>
              <a:ln w="1270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D2C8F27D-4F1F-C091-361C-3BC7A20A86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46582" y="3480916"/>
                <a:ext cx="546417" cy="0"/>
              </a:xfrm>
              <a:prstGeom prst="line">
                <a:avLst/>
              </a:prstGeom>
              <a:ln w="12700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636A394E-DE93-F340-5AA8-7CBE16B122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46582" y="3602172"/>
                <a:ext cx="546417" cy="0"/>
              </a:xfrm>
              <a:prstGeom prst="line">
                <a:avLst/>
              </a:prstGeom>
              <a:ln w="127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E16638B5-0791-EA67-4549-0CB1D445D3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285429" y="3748080"/>
                <a:ext cx="1" cy="275240"/>
              </a:xfrm>
              <a:prstGeom prst="line">
                <a:avLst/>
              </a:prstGeom>
              <a:ln w="38100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754AE7E9-4D4B-8D09-5970-B5C1C8DB82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422394" y="3748080"/>
                <a:ext cx="0" cy="107640"/>
              </a:xfrm>
              <a:prstGeom prst="line">
                <a:avLst/>
              </a:prstGeom>
              <a:ln w="38100">
                <a:solidFill>
                  <a:srgbClr val="FFC000"/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Straight Connector 140">
                <a:extLst>
                  <a:ext uri="{FF2B5EF4-FFF2-40B4-BE49-F238E27FC236}">
                    <a16:creationId xmlns:a16="http://schemas.microsoft.com/office/drawing/2014/main" id="{1511A2FF-2645-01E3-46F2-C900A58470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146" y="3836305"/>
                <a:ext cx="1109640" cy="0"/>
              </a:xfrm>
              <a:prstGeom prst="line">
                <a:avLst/>
              </a:prstGeom>
              <a:ln w="38100">
                <a:solidFill>
                  <a:srgbClr val="FFC000"/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5A5DDC80-43E1-9B8C-D884-AD7F841A58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91200" y="4002554"/>
                <a:ext cx="1246605" cy="0"/>
              </a:xfrm>
              <a:prstGeom prst="line">
                <a:avLst/>
              </a:prstGeom>
              <a:ln w="38100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9F15F93C-CB98-9666-F3C5-84442EECF2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146" y="4195046"/>
                <a:ext cx="1361221" cy="0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Straight Connector 143">
                <a:extLst>
                  <a:ext uri="{FF2B5EF4-FFF2-40B4-BE49-F238E27FC236}">
                    <a16:creationId xmlns:a16="http://schemas.microsoft.com/office/drawing/2014/main" id="{35D31D8C-D88F-7C20-4D39-41E2D15C91A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020880" y="3747715"/>
                <a:ext cx="0" cy="107640"/>
              </a:xfrm>
              <a:prstGeom prst="line">
                <a:avLst/>
              </a:prstGeom>
              <a:ln w="38100">
                <a:solidFill>
                  <a:srgbClr val="FFC000"/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E1B34ADE-6335-B5B9-8E67-D4F73E3BD36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37805" y="3748080"/>
                <a:ext cx="1" cy="275240"/>
              </a:xfrm>
              <a:prstGeom prst="line">
                <a:avLst/>
              </a:prstGeom>
              <a:ln w="38100"/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97E327B6-3211-8C4A-0208-A1EE0D6029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272717" y="3737156"/>
                <a:ext cx="0" cy="476575"/>
              </a:xfrm>
              <a:prstGeom prst="line">
                <a:avLst/>
              </a:prstGeom>
              <a:ln w="381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F57A9D4C-3127-4EE3-6380-3E158CBD99B4}"/>
                  </a:ext>
                </a:extLst>
              </p:cNvPr>
              <p:cNvSpPr txBox="1"/>
              <p:nvPr/>
            </p:nvSpPr>
            <p:spPr>
              <a:xfrm>
                <a:off x="4117071" y="2979168"/>
                <a:ext cx="26642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5V</a:t>
                </a:r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C98C1D5D-8EC6-D323-46DD-C4596C599D7C}"/>
                  </a:ext>
                </a:extLst>
              </p:cNvPr>
              <p:cNvSpPr txBox="1"/>
              <p:nvPr/>
            </p:nvSpPr>
            <p:spPr>
              <a:xfrm>
                <a:off x="4079226" y="3121529"/>
                <a:ext cx="33374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GND</a:t>
                </a:r>
              </a:p>
            </p:txBody>
          </p:sp>
          <p:sp>
            <p:nvSpPr>
              <p:cNvPr id="149" name="TextBox 148">
                <a:extLst>
                  <a:ext uri="{FF2B5EF4-FFF2-40B4-BE49-F238E27FC236}">
                    <a16:creationId xmlns:a16="http://schemas.microsoft.com/office/drawing/2014/main" id="{82C3538A-732B-0D98-5E66-43B8BB427226}"/>
                  </a:ext>
                </a:extLst>
              </p:cNvPr>
              <p:cNvSpPr txBox="1"/>
              <p:nvPr/>
            </p:nvSpPr>
            <p:spPr>
              <a:xfrm>
                <a:off x="4114010" y="3236722"/>
                <a:ext cx="2616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CS</a:t>
                </a:r>
              </a:p>
            </p:txBody>
          </p: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83552EEE-2A52-95C9-95F0-257F21ADE4AB}"/>
                  </a:ext>
                </a:extLst>
              </p:cNvPr>
              <p:cNvSpPr txBox="1"/>
              <p:nvPr/>
            </p:nvSpPr>
            <p:spPr>
              <a:xfrm>
                <a:off x="4124912" y="3352797"/>
                <a:ext cx="2423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SI</a:t>
                </a:r>
              </a:p>
            </p:txBody>
          </p:sp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D278D620-AD85-55DB-EBF2-D3BDDDD06BB4}"/>
                  </a:ext>
                </a:extLst>
              </p:cNvPr>
              <p:cNvSpPr txBox="1"/>
              <p:nvPr/>
            </p:nvSpPr>
            <p:spPr>
              <a:xfrm>
                <a:off x="4110659" y="3467911"/>
                <a:ext cx="27283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SO</a:t>
                </a:r>
              </a:p>
            </p:txBody>
          </p:sp>
          <p:sp>
            <p:nvSpPr>
              <p:cNvPr id="152" name="TextBox 151">
                <a:extLst>
                  <a:ext uri="{FF2B5EF4-FFF2-40B4-BE49-F238E27FC236}">
                    <a16:creationId xmlns:a16="http://schemas.microsoft.com/office/drawing/2014/main" id="{0D90ED00-67A7-0460-9A33-7DF2792E3014}"/>
                  </a:ext>
                </a:extLst>
              </p:cNvPr>
              <p:cNvSpPr txBox="1"/>
              <p:nvPr/>
            </p:nvSpPr>
            <p:spPr>
              <a:xfrm>
                <a:off x="7079794" y="2979168"/>
                <a:ext cx="26642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5V</a:t>
                </a:r>
              </a:p>
            </p:txBody>
          </p:sp>
          <p:sp>
            <p:nvSpPr>
              <p:cNvPr id="153" name="TextBox 152">
                <a:extLst>
                  <a:ext uri="{FF2B5EF4-FFF2-40B4-BE49-F238E27FC236}">
                    <a16:creationId xmlns:a16="http://schemas.microsoft.com/office/drawing/2014/main" id="{2C34A2D5-D814-8E57-F2A8-295361B6CC78}"/>
                  </a:ext>
                </a:extLst>
              </p:cNvPr>
              <p:cNvSpPr txBox="1"/>
              <p:nvPr/>
            </p:nvSpPr>
            <p:spPr>
              <a:xfrm>
                <a:off x="7041949" y="3121529"/>
                <a:ext cx="333746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GND</a:t>
                </a:r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E08F9495-3A8B-9AFB-8CAA-C9D41E085BC0}"/>
                  </a:ext>
                </a:extLst>
              </p:cNvPr>
              <p:cNvSpPr txBox="1"/>
              <p:nvPr/>
            </p:nvSpPr>
            <p:spPr>
              <a:xfrm>
                <a:off x="7076733" y="3236722"/>
                <a:ext cx="26161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CS</a:t>
                </a:r>
              </a:p>
            </p:txBody>
          </p:sp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7439CED2-7AE0-6875-E109-8223B98720C6}"/>
                  </a:ext>
                </a:extLst>
              </p:cNvPr>
              <p:cNvSpPr txBox="1"/>
              <p:nvPr/>
            </p:nvSpPr>
            <p:spPr>
              <a:xfrm>
                <a:off x="7087635" y="3352797"/>
                <a:ext cx="242374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SI</a:t>
                </a:r>
              </a:p>
            </p:txBody>
          </p:sp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2CA25BD8-A05A-99ED-D092-EA4736B91F0A}"/>
                  </a:ext>
                </a:extLst>
              </p:cNvPr>
              <p:cNvSpPr txBox="1"/>
              <p:nvPr/>
            </p:nvSpPr>
            <p:spPr>
              <a:xfrm>
                <a:off x="7073382" y="3467911"/>
                <a:ext cx="272832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SO</a:t>
                </a:r>
              </a:p>
            </p:txBody>
          </p:sp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ECF96C4D-C0DC-51CC-D1BE-1D61001A9F8B}"/>
                  </a:ext>
                </a:extLst>
              </p:cNvPr>
              <p:cNvSpPr txBox="1"/>
              <p:nvPr/>
            </p:nvSpPr>
            <p:spPr>
              <a:xfrm>
                <a:off x="4110659" y="4039328"/>
                <a:ext cx="25519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W</a:t>
                </a:r>
              </a:p>
            </p:txBody>
          </p:sp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13E6CF54-D78E-72FD-3F6A-AA716C0E968D}"/>
                  </a:ext>
                </a:extLst>
              </p:cNvPr>
              <p:cNvSpPr txBox="1"/>
              <p:nvPr/>
            </p:nvSpPr>
            <p:spPr>
              <a:xfrm>
                <a:off x="4127661" y="3843417"/>
                <a:ext cx="22955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V</a:t>
                </a:r>
              </a:p>
            </p:txBody>
          </p:sp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39C9F0E9-46A5-D26C-883E-4D6E6BCCB1C8}"/>
                  </a:ext>
                </a:extLst>
              </p:cNvPr>
              <p:cNvSpPr txBox="1"/>
              <p:nvPr/>
            </p:nvSpPr>
            <p:spPr>
              <a:xfrm>
                <a:off x="4123412" y="3687616"/>
                <a:ext cx="23436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U</a:t>
                </a:r>
              </a:p>
            </p:txBody>
          </p:sp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51B26410-62B4-3CC9-74A6-740AF35C8438}"/>
                  </a:ext>
                </a:extLst>
              </p:cNvPr>
              <p:cNvSpPr txBox="1"/>
              <p:nvPr/>
            </p:nvSpPr>
            <p:spPr>
              <a:xfrm>
                <a:off x="7083145" y="4029065"/>
                <a:ext cx="255198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W</a:t>
                </a:r>
              </a:p>
            </p:txBody>
          </p: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471B4A47-E77A-AA32-A5F5-86CEF63191CE}"/>
                  </a:ext>
                </a:extLst>
              </p:cNvPr>
              <p:cNvSpPr txBox="1"/>
              <p:nvPr/>
            </p:nvSpPr>
            <p:spPr>
              <a:xfrm>
                <a:off x="7100147" y="3833154"/>
                <a:ext cx="22955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V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CB61768B-ECA8-86F9-F83B-2C9A054D0A33}"/>
                  </a:ext>
                </a:extLst>
              </p:cNvPr>
              <p:cNvSpPr txBox="1"/>
              <p:nvPr/>
            </p:nvSpPr>
            <p:spPr>
              <a:xfrm>
                <a:off x="7095898" y="3677353"/>
                <a:ext cx="234360" cy="1846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" b="1" dirty="0"/>
                  <a:t>U</a:t>
                </a:r>
              </a:p>
            </p:txBody>
          </p:sp>
        </p:grpSp>
      </p:grpSp>
      <p:pic>
        <p:nvPicPr>
          <p:cNvPr id="167" name="Picture 166">
            <a:extLst>
              <a:ext uri="{FF2B5EF4-FFF2-40B4-BE49-F238E27FC236}">
                <a16:creationId xmlns:a16="http://schemas.microsoft.com/office/drawing/2014/main" id="{DA85037A-8A67-DB7A-408F-DE9FD66671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331757">
            <a:off x="685641" y="4434430"/>
            <a:ext cx="2943300" cy="1828654"/>
          </a:xfrm>
          <a:prstGeom prst="rect">
            <a:avLst/>
          </a:prstGeom>
        </p:spPr>
      </p:pic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A5D07A29-57C4-286C-387E-61DEBD4B0C9E}"/>
              </a:ext>
            </a:extLst>
          </p:cNvPr>
          <p:cNvCxnSpPr>
            <a:cxnSpLocks/>
          </p:cNvCxnSpPr>
          <p:nvPr/>
        </p:nvCxnSpPr>
        <p:spPr>
          <a:xfrm flipV="1">
            <a:off x="3785068" y="4044784"/>
            <a:ext cx="0" cy="1870545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C31DC4F2-C9BF-D4E4-FB50-1C2098E63EC0}"/>
              </a:ext>
            </a:extLst>
          </p:cNvPr>
          <p:cNvCxnSpPr>
            <a:cxnSpLocks/>
          </p:cNvCxnSpPr>
          <p:nvPr/>
        </p:nvCxnSpPr>
        <p:spPr>
          <a:xfrm flipV="1">
            <a:off x="3926866" y="4044784"/>
            <a:ext cx="0" cy="200174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2D75DEF4-7A0A-7567-9341-83B02BA36777}"/>
              </a:ext>
            </a:extLst>
          </p:cNvPr>
          <p:cNvCxnSpPr>
            <a:cxnSpLocks/>
          </p:cNvCxnSpPr>
          <p:nvPr/>
        </p:nvCxnSpPr>
        <p:spPr>
          <a:xfrm flipH="1">
            <a:off x="2655736" y="5905169"/>
            <a:ext cx="1148356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354F4227-6AF5-0C24-8577-B829BA8DE41F}"/>
              </a:ext>
            </a:extLst>
          </p:cNvPr>
          <p:cNvCxnSpPr>
            <a:cxnSpLocks/>
          </p:cNvCxnSpPr>
          <p:nvPr/>
        </p:nvCxnSpPr>
        <p:spPr>
          <a:xfrm flipH="1">
            <a:off x="2614746" y="6027972"/>
            <a:ext cx="132736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Speech Bubble: Rectangle with Corners Rounded 199">
            <a:extLst>
              <a:ext uri="{FF2B5EF4-FFF2-40B4-BE49-F238E27FC236}">
                <a16:creationId xmlns:a16="http://schemas.microsoft.com/office/drawing/2014/main" id="{0836B91F-BF28-9BB3-8779-8344CB48E12C}"/>
              </a:ext>
            </a:extLst>
          </p:cNvPr>
          <p:cNvSpPr/>
          <p:nvPr/>
        </p:nvSpPr>
        <p:spPr>
          <a:xfrm>
            <a:off x="2461886" y="1004348"/>
            <a:ext cx="1263503" cy="372840"/>
          </a:xfrm>
          <a:prstGeom prst="wedgeRoundRectCallout">
            <a:avLst>
              <a:gd name="adj1" fmla="val 31912"/>
              <a:gd name="adj2" fmla="val 175525"/>
              <a:gd name="adj3" fmla="val 16667"/>
            </a:avLst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b="1" i="1" dirty="0"/>
              <a:t>EZSPIN Driver (Custom BLDC driver) </a:t>
            </a:r>
          </a:p>
        </p:txBody>
      </p:sp>
      <p:sp>
        <p:nvSpPr>
          <p:cNvPr id="201" name="Speech Bubble: Rectangle with Corners Rounded 200">
            <a:extLst>
              <a:ext uri="{FF2B5EF4-FFF2-40B4-BE49-F238E27FC236}">
                <a16:creationId xmlns:a16="http://schemas.microsoft.com/office/drawing/2014/main" id="{C5FDB46E-CB9D-F187-D6C3-44EF651785C2}"/>
              </a:ext>
            </a:extLst>
          </p:cNvPr>
          <p:cNvSpPr/>
          <p:nvPr/>
        </p:nvSpPr>
        <p:spPr>
          <a:xfrm>
            <a:off x="4517028" y="4746731"/>
            <a:ext cx="1058056" cy="443075"/>
          </a:xfrm>
          <a:prstGeom prst="wedgeRoundRectCallout">
            <a:avLst>
              <a:gd name="adj1" fmla="val -109908"/>
              <a:gd name="adj2" fmla="val -461549"/>
              <a:gd name="adj3" fmla="val 16667"/>
            </a:avLst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b="1" i="1" dirty="0"/>
              <a:t>IMU Sensor On Board</a:t>
            </a:r>
          </a:p>
        </p:txBody>
      </p:sp>
      <p:sp>
        <p:nvSpPr>
          <p:cNvPr id="202" name="Speech Bubble: Rectangle with Corners Rounded 201">
            <a:extLst>
              <a:ext uri="{FF2B5EF4-FFF2-40B4-BE49-F238E27FC236}">
                <a16:creationId xmlns:a16="http://schemas.microsoft.com/office/drawing/2014/main" id="{8B4120EA-DC2C-EC60-A4A4-15C5B4C2276C}"/>
              </a:ext>
            </a:extLst>
          </p:cNvPr>
          <p:cNvSpPr/>
          <p:nvPr/>
        </p:nvSpPr>
        <p:spPr>
          <a:xfrm>
            <a:off x="1078317" y="4214413"/>
            <a:ext cx="1383569" cy="384230"/>
          </a:xfrm>
          <a:prstGeom prst="wedgeRoundRectCallout">
            <a:avLst>
              <a:gd name="adj1" fmla="val 27827"/>
              <a:gd name="adj2" fmla="val 126174"/>
              <a:gd name="adj3" fmla="val 16667"/>
            </a:avLst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b="1" i="1" dirty="0"/>
              <a:t>Lithium-ion Battery 3S</a:t>
            </a:r>
            <a:br>
              <a:rPr lang="en-US" sz="900" b="1" i="1" dirty="0"/>
            </a:br>
            <a:r>
              <a:rPr lang="en-US" sz="900" b="1" i="1" dirty="0"/>
              <a:t>(DIY Battery)</a:t>
            </a:r>
          </a:p>
        </p:txBody>
      </p:sp>
      <p:sp>
        <p:nvSpPr>
          <p:cNvPr id="203" name="Speech Bubble: Rectangle with Corners Rounded 202">
            <a:extLst>
              <a:ext uri="{FF2B5EF4-FFF2-40B4-BE49-F238E27FC236}">
                <a16:creationId xmlns:a16="http://schemas.microsoft.com/office/drawing/2014/main" id="{C5BE361F-8D38-4882-3F14-C6A2EC7E46D2}"/>
              </a:ext>
            </a:extLst>
          </p:cNvPr>
          <p:cNvSpPr/>
          <p:nvPr/>
        </p:nvSpPr>
        <p:spPr>
          <a:xfrm>
            <a:off x="477078" y="1630017"/>
            <a:ext cx="1480221" cy="367149"/>
          </a:xfrm>
          <a:prstGeom prst="wedgeRoundRectCallout">
            <a:avLst>
              <a:gd name="adj1" fmla="val 12563"/>
              <a:gd name="adj2" fmla="val 200923"/>
              <a:gd name="adj3" fmla="val 16667"/>
            </a:avLst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b="1" i="1" dirty="0"/>
              <a:t>GM4108 Gimbal Motor with Magnetic Encoder </a:t>
            </a:r>
          </a:p>
        </p:txBody>
      </p:sp>
      <p:pic>
        <p:nvPicPr>
          <p:cNvPr id="206" name="Picture 205" descr="Cartoon style NVIDIA Jetson Nano board">
            <a:extLst>
              <a:ext uri="{FF2B5EF4-FFF2-40B4-BE49-F238E27FC236}">
                <a16:creationId xmlns:a16="http://schemas.microsoft.com/office/drawing/2014/main" id="{14EA8F4D-D6B9-6363-1E9D-093D609F95B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413" t="6869" r="16708" b="15668"/>
          <a:stretch>
            <a:fillRect/>
          </a:stretch>
        </p:blipFill>
        <p:spPr>
          <a:xfrm>
            <a:off x="8965754" y="4207474"/>
            <a:ext cx="2126502" cy="1666960"/>
          </a:xfrm>
          <a:prstGeom prst="rect">
            <a:avLst/>
          </a:prstGeom>
        </p:spPr>
      </p:pic>
      <p:pic>
        <p:nvPicPr>
          <p:cNvPr id="208" name="Picture 207" descr="Cartoon style Rockchip RK3399 development board">
            <a:extLst>
              <a:ext uri="{FF2B5EF4-FFF2-40B4-BE49-F238E27FC236}">
                <a16:creationId xmlns:a16="http://schemas.microsoft.com/office/drawing/2014/main" id="{FBF5EA3B-AA45-7A48-FF20-36D7ED8DC9A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8398" b="13212"/>
          <a:stretch>
            <a:fillRect/>
          </a:stretch>
        </p:blipFill>
        <p:spPr>
          <a:xfrm>
            <a:off x="8817057" y="2203585"/>
            <a:ext cx="2126502" cy="1666959"/>
          </a:xfrm>
          <a:prstGeom prst="rect">
            <a:avLst/>
          </a:prstGeom>
        </p:spPr>
      </p:pic>
      <p:sp>
        <p:nvSpPr>
          <p:cNvPr id="210" name="TextBox 209">
            <a:extLst>
              <a:ext uri="{FF2B5EF4-FFF2-40B4-BE49-F238E27FC236}">
                <a16:creationId xmlns:a16="http://schemas.microsoft.com/office/drawing/2014/main" id="{1BCB387F-5E50-8940-529A-16CB3698B58F}"/>
              </a:ext>
            </a:extLst>
          </p:cNvPr>
          <p:cNvSpPr txBox="1"/>
          <p:nvPr/>
        </p:nvSpPr>
        <p:spPr>
          <a:xfrm>
            <a:off x="9399807" y="2005281"/>
            <a:ext cx="18486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/>
              <a:t>Raspberry Pi 5 </a:t>
            </a:r>
            <a:endParaRPr lang="en-US" sz="1200" dirty="0"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8CD1A75A-3646-F10F-BCB9-F3AE9F2EBB64}"/>
              </a:ext>
            </a:extLst>
          </p:cNvPr>
          <p:cNvSpPr txBox="1"/>
          <p:nvPr/>
        </p:nvSpPr>
        <p:spPr>
          <a:xfrm>
            <a:off x="9540935" y="3860294"/>
            <a:ext cx="18486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/>
              <a:t>Orange pi 5B</a:t>
            </a:r>
            <a:endParaRPr lang="en-US" sz="1200" dirty="0"/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8551C9CA-D34D-C3D3-CBE4-757102349D20}"/>
              </a:ext>
            </a:extLst>
          </p:cNvPr>
          <p:cNvCxnSpPr>
            <a:cxnSpLocks/>
          </p:cNvCxnSpPr>
          <p:nvPr/>
        </p:nvCxnSpPr>
        <p:spPr>
          <a:xfrm>
            <a:off x="5101438" y="2169295"/>
            <a:ext cx="222038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3AEBBAC0-F8B9-D9CA-F0D3-2412EDB48181}"/>
              </a:ext>
            </a:extLst>
          </p:cNvPr>
          <p:cNvCxnSpPr>
            <a:cxnSpLocks/>
          </p:cNvCxnSpPr>
          <p:nvPr/>
        </p:nvCxnSpPr>
        <p:spPr>
          <a:xfrm>
            <a:off x="5101438" y="2304381"/>
            <a:ext cx="22203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DAA350B2-D680-610C-7A61-7A6767F3CC80}"/>
              </a:ext>
            </a:extLst>
          </p:cNvPr>
          <p:cNvSpPr txBox="1"/>
          <p:nvPr/>
        </p:nvSpPr>
        <p:spPr>
          <a:xfrm>
            <a:off x="5304327" y="1942575"/>
            <a:ext cx="5229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CAN H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01550F36-42B4-0975-5E75-F37A468811C2}"/>
              </a:ext>
            </a:extLst>
          </p:cNvPr>
          <p:cNvSpPr txBox="1"/>
          <p:nvPr/>
        </p:nvSpPr>
        <p:spPr>
          <a:xfrm>
            <a:off x="5311662" y="2123152"/>
            <a:ext cx="49725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CAN L</a:t>
            </a:r>
          </a:p>
        </p:txBody>
      </p:sp>
      <p:pic>
        <p:nvPicPr>
          <p:cNvPr id="218" name="Picture 217" descr="Cartoon style Raspberry Pi 5 board">
            <a:extLst>
              <a:ext uri="{FF2B5EF4-FFF2-40B4-BE49-F238E27FC236}">
                <a16:creationId xmlns:a16="http://schemas.microsoft.com/office/drawing/2014/main" id="{D8E152E4-B426-B5C2-1D77-7064F1FB06F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11236"/>
          <a:stretch>
            <a:fillRect/>
          </a:stretch>
        </p:blipFill>
        <p:spPr>
          <a:xfrm>
            <a:off x="8266100" y="177897"/>
            <a:ext cx="3287216" cy="1945256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C121BC80-D967-3294-2D62-E78296096B8D}"/>
              </a:ext>
            </a:extLst>
          </p:cNvPr>
          <p:cNvSpPr txBox="1"/>
          <p:nvPr/>
        </p:nvSpPr>
        <p:spPr>
          <a:xfrm>
            <a:off x="9399807" y="5915516"/>
            <a:ext cx="18486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i="1" dirty="0"/>
              <a:t>Jetson Orin Nano</a:t>
            </a:r>
            <a:endParaRPr lang="en-US" sz="1200" dirty="0"/>
          </a:p>
        </p:txBody>
      </p:sp>
      <p:pic>
        <p:nvPicPr>
          <p:cNvPr id="222" name="Picture 221" descr="Cartoon style USB-CAN-A adapter">
            <a:extLst>
              <a:ext uri="{FF2B5EF4-FFF2-40B4-BE49-F238E27FC236}">
                <a16:creationId xmlns:a16="http://schemas.microsoft.com/office/drawing/2014/main" id="{CC1FB8D2-63B3-FA51-A2FF-1BF8BA3D02E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6959" t="33776" r="16307" b="34413"/>
          <a:stretch>
            <a:fillRect/>
          </a:stretch>
        </p:blipFill>
        <p:spPr>
          <a:xfrm flipH="1">
            <a:off x="7012502" y="2005281"/>
            <a:ext cx="1495033" cy="475112"/>
          </a:xfrm>
          <a:prstGeom prst="rect">
            <a:avLst/>
          </a:prstGeom>
        </p:spPr>
      </p:pic>
      <p:sp>
        <p:nvSpPr>
          <p:cNvPr id="223" name="Rectangle 222">
            <a:extLst>
              <a:ext uri="{FF2B5EF4-FFF2-40B4-BE49-F238E27FC236}">
                <a16:creationId xmlns:a16="http://schemas.microsoft.com/office/drawing/2014/main" id="{DB16002C-9F9F-B0D3-0E35-A8E42B068A24}"/>
              </a:ext>
            </a:extLst>
          </p:cNvPr>
          <p:cNvSpPr/>
          <p:nvPr/>
        </p:nvSpPr>
        <p:spPr>
          <a:xfrm>
            <a:off x="8482816" y="304800"/>
            <a:ext cx="2783797" cy="598998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6" name="Speech Bubble: Rectangle with Corners Rounded 225">
            <a:extLst>
              <a:ext uri="{FF2B5EF4-FFF2-40B4-BE49-F238E27FC236}">
                <a16:creationId xmlns:a16="http://schemas.microsoft.com/office/drawing/2014/main" id="{0F7BC8F7-D9E0-6323-F104-477E3583CCE0}"/>
              </a:ext>
            </a:extLst>
          </p:cNvPr>
          <p:cNvSpPr/>
          <p:nvPr/>
        </p:nvSpPr>
        <p:spPr>
          <a:xfrm>
            <a:off x="5367130" y="1098901"/>
            <a:ext cx="1517374" cy="450427"/>
          </a:xfrm>
          <a:prstGeom prst="wedgeRoundRectCallout">
            <a:avLst>
              <a:gd name="adj1" fmla="val 18497"/>
              <a:gd name="adj2" fmla="val 183392"/>
              <a:gd name="adj3" fmla="val 16667"/>
            </a:avLst>
          </a:prstGeom>
          <a:ln>
            <a:solidFill>
              <a:srgbClr val="00206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b="1" i="1" dirty="0"/>
              <a:t>Communicate with Embedded devices via </a:t>
            </a:r>
          </a:p>
          <a:p>
            <a:pPr algn="ctr"/>
            <a:r>
              <a:rPr lang="en-US" sz="900" b="1" i="1" dirty="0"/>
              <a:t>CAN Protocol</a:t>
            </a:r>
          </a:p>
        </p:txBody>
      </p:sp>
    </p:spTree>
    <p:extLst>
      <p:ext uri="{BB962C8B-B14F-4D97-AF65-F5344CB8AC3E}">
        <p14:creationId xmlns:p14="http://schemas.microsoft.com/office/powerpoint/2010/main" val="4096170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</TotalTime>
  <Words>61</Words>
  <Application>Microsoft Office PowerPoint</Application>
  <PresentationFormat>Widescreen</PresentationFormat>
  <Paragraphs>27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srey sokserey</dc:creator>
  <cp:lastModifiedBy>srey sokserey</cp:lastModifiedBy>
  <cp:revision>2</cp:revision>
  <dcterms:created xsi:type="dcterms:W3CDTF">2026-05-30T03:46:15Z</dcterms:created>
  <dcterms:modified xsi:type="dcterms:W3CDTF">2026-05-30T07:02:32Z</dcterms:modified>
</cp:coreProperties>
</file>